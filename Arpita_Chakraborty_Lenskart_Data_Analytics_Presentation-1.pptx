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Lenskart Sales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3000" b="1">
                <a:solidFill>
                  <a:srgbClr val="1F2937"/>
                </a:solidFill>
              </a:defRPr>
            </a:pPr>
            <a:r>
              <a:t>Data Analytics Internship</a:t>
            </a:r>
          </a:p>
          <a:p>
            <a:pPr algn="ctr">
              <a:spcAft>
                <a:spcPts val="1800"/>
              </a:spcAft>
              <a:defRPr sz="2200" b="0">
                <a:solidFill>
                  <a:srgbClr val="1F2937"/>
                </a:solidFill>
              </a:defRPr>
            </a:pPr>
            <a:r>
              <a:t>Arpita Chakraborty</a:t>
            </a:r>
          </a:p>
          <a:p>
            <a:pPr algn="ctr">
              <a:spcAft>
                <a:spcPts val="1800"/>
              </a:spcAft>
              <a:defRPr sz="2200" b="0">
                <a:solidFill>
                  <a:srgbClr val="1F2937"/>
                </a:solidFill>
              </a:defRPr>
            </a:pPr>
            <a:r>
              <a:t>MBA — Finance &amp;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Analyze Lenskart sales data to identify meaningful business patterns.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Understand sales performance across products, states, channels and store types.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Use Python, SQL, Power BI, statistics and machine learning for an end-to-end analysis.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Convert analytical findings into practical business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Dataset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Dataset: Lenskart India sales data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150,000 records and 14 original columns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Cleaning → Exploratory Data Analysis → SQL → Power BI → Statistics &amp; ML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Feature engineering included year, month and month name.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Tools: Python, Pandas, SQLite, Power BI, SciPy and Scikit-learn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 Cleaning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0 missing values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0 duplicate rows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Order date converted to datetime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530 potential IQR outliers in net sales amount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EDA covered categories, channels, states, store types, payment modes, customer demographics and correlations.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Created a SQLite database from the cleaned dataset.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Used SELECT, WHERE, ORDER BY and LIMIT for data extraction.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Used GROUP BY, HAVING and aggregate functions for category and sales analysis.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Analyzed monthly sales and category performance.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Applied subqueries and window functions such as RANK().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Total Sales KPI: ₹784.36M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Monthly Sales Trend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Sales by Product Category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Sales by State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Sales by Store Type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Interactive filters for Sales Channel and Product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95% confidence interval calculated for net sales.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One-sample t-test: p-value &lt; 0.05 for the tested ₹5,000 benchmark.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Chi-square test: p = 0.1721; no statistically significant association found between sales channel and product category at the 5% level.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ANOVA: p = 0.5809; no statistically significant evidence of different average net sales across product categories.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Quantity and net sales showed a moderate positive correlation of about 0.663.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K-Means clustering was applied using quantity, unit price, discount, net sales and customer age.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Three clusters were created for sales-record segmentation.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Cluster sizes: 50,089; 51,764; 48,147 records.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Linear regression was used to model net sales from quantity and unit price.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Model performance was evaluated using R² and RMSE.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Sales can be examined across multiple dimensions using the dashboard and SQL analysis.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Quantity has a positive relationship with net sales, while correlation alone does not establish causation.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Statistical testing helps distinguish observed patterns from statistically significant relationships.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Use category, state and channel insights to support sales and inventory planning.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Future analysis can add customer-level identifiers for stronger segmentation and retention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Built an end-to-end sales analytics workflow using Python, SQL, Power BI, statistics and ML.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Created reusable analytical outputs and an interactive dashboard.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Documented the project through GitHub, a final report and a demo.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Future scope: customer-level segmentation, improved predictive models, richer dashboard interactions and deeper time-series forecasting.</a:t>
            </a:r>
          </a:p>
          <a:p>
            <a:pPr>
              <a:spcAft>
                <a:spcPts val="1600"/>
              </a:spcAft>
              <a:defRPr sz="2100">
                <a:solidFill>
                  <a:srgbClr val="1F2937"/>
                </a:solidFill>
              </a:defRPr>
            </a:pPr>
            <a:r>
              <a:t>Thank You — Arpita Chakraborty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Arpita Chakraborty  •  Lenskart Sales Analytics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